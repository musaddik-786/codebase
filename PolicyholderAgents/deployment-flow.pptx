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Hiscox IMO  —  Claims Solution Deployment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EBF0FF"/>
          </a:solidFill>
          <a:ln w="19050">
            <a:solidFill>
              <a:srgbClr val="2E529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3020" y="105156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0302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47218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938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2E5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Services: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2E5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 ·  Orchestrator  ·  UI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97480" y="96012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EBF0FF"/>
          </a:solidFill>
          <a:ln w="19050">
            <a:solidFill>
              <a:srgbClr val="2E529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60420" y="105156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042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88920" y="147218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Script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88920" y="192938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2E5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deploy-to-acr.sh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2E5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 →  Tag  →  Push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EBF0FF"/>
          </a:solidFill>
          <a:ln w="19050">
            <a:solidFill>
              <a:srgbClr val="2E529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17820" y="105156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782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4356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96596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2E5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Hiscox IMO Environment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12280" y="96012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EBF0FF"/>
          </a:solidFill>
          <a:ln w="19050">
            <a:solidFill>
              <a:srgbClr val="2E529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75220" y="105156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522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14356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196596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2E5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VNet  ·  East US 2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359152" y="1527048"/>
            <a:ext cx="310896" cy="237744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16552" y="1527048"/>
            <a:ext cx="310896" cy="237744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73952" y="1527048"/>
            <a:ext cx="310896" cy="237744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00700" y="2331720"/>
            <a:ext cx="0" cy="182880"/>
          </a:xfrm>
          <a:prstGeom prst="line">
            <a:avLst/>
          </a:prstGeom>
          <a:noFill/>
          <a:ln w="19050">
            <a:solidFill>
              <a:srgbClr val="2E5299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658100" y="2331720"/>
            <a:ext cx="0" cy="182880"/>
          </a:xfrm>
          <a:prstGeom prst="line">
            <a:avLst/>
          </a:prstGeom>
          <a:noFill/>
          <a:ln w="19050">
            <a:solidFill>
              <a:srgbClr val="2E5299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823460" y="2514600"/>
            <a:ext cx="1554480" cy="393192"/>
          </a:xfrm>
          <a:prstGeom prst="roundRect">
            <a:avLst>
              <a:gd name="adj" fmla="val 11628"/>
            </a:avLst>
          </a:prstGeom>
          <a:solidFill>
            <a:srgbClr val="D4E3FF"/>
          </a:solidFill>
          <a:ln w="12700">
            <a:solidFill>
              <a:srgbClr val="2E52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3460" y="2514600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claims-mcp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23460" y="3035808"/>
            <a:ext cx="1554480" cy="393192"/>
          </a:xfrm>
          <a:prstGeom prst="roundRect">
            <a:avLst>
              <a:gd name="adj" fmla="val 11628"/>
            </a:avLst>
          </a:prstGeom>
          <a:solidFill>
            <a:srgbClr val="D4E3FF"/>
          </a:solidFill>
          <a:ln w="12700">
            <a:solidFill>
              <a:srgbClr val="2E52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3460" y="3035808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claims-orchestrator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23460" y="3557016"/>
            <a:ext cx="1554480" cy="393192"/>
          </a:xfrm>
          <a:prstGeom prst="roundRect">
            <a:avLst>
              <a:gd name="adj" fmla="val 11628"/>
            </a:avLst>
          </a:prstGeom>
          <a:solidFill>
            <a:srgbClr val="D4E3FF"/>
          </a:solidFill>
          <a:ln w="12700">
            <a:solidFill>
              <a:srgbClr val="2E52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3460" y="3557016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claims-ui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80860" y="2514600"/>
            <a:ext cx="1554480" cy="393192"/>
          </a:xfrm>
          <a:prstGeom prst="roundRect">
            <a:avLst>
              <a:gd name="adj" fmla="val 11628"/>
            </a:avLst>
          </a:prstGeom>
          <a:solidFill>
            <a:srgbClr val="E6F4ED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26580" y="25328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claims-mcp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926580" y="27157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Running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880860" y="3035808"/>
            <a:ext cx="1554480" cy="393192"/>
          </a:xfrm>
          <a:prstGeom prst="roundRect">
            <a:avLst>
              <a:gd name="adj" fmla="val 11628"/>
            </a:avLst>
          </a:prstGeom>
          <a:solidFill>
            <a:srgbClr val="E6F4ED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26580" y="30540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claims-orchestrator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926580" y="323697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Running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880860" y="3557016"/>
            <a:ext cx="1554480" cy="393192"/>
          </a:xfrm>
          <a:prstGeom prst="roundRect">
            <a:avLst>
              <a:gd name="adj" fmla="val 11628"/>
            </a:avLst>
          </a:prstGeom>
          <a:solidFill>
            <a:srgbClr val="E6F4ED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26580" y="3575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claims-ui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926580" y="37581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Running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822960" y="4114800"/>
            <a:ext cx="7498080" cy="338328"/>
          </a:xfrm>
          <a:prstGeom prst="roundRect">
            <a:avLst>
              <a:gd name="adj" fmla="val 16216"/>
            </a:avLst>
          </a:prstGeom>
          <a:solidFill>
            <a:srgbClr val="F5F7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4114800"/>
            <a:ext cx="7498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tagged with version + :latest on every push   |   Registry: claimsagenticregsitry.azurecr.io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Hiscox IMO Claims Solution Deployment Flow</dc:title>
  <dc:subject>PptxGenJS Presentation</dc:subject>
  <dc:creator>PptxGenJS</dc:creator>
  <cp:lastModifiedBy>PptxGenJS</cp:lastModifiedBy>
  <cp:revision>1</cp:revision>
  <dcterms:created xsi:type="dcterms:W3CDTF">2026-07-07T15:41:18Z</dcterms:created>
  <dcterms:modified xsi:type="dcterms:W3CDTF">2026-07-07T15:41:18Z</dcterms:modified>
</cp:coreProperties>
</file>